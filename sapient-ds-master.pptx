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239A-3D41-7D93-507E-0BB292246A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Science and AI Bootcamp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8E9AF-DD9B-0AC9-2607-0E26E70A3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170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34C89-F4AB-B65E-81AF-010287B5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8036-2E59-B9C0-4989-133E5BB2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Version Control System (VCS) for tracking changes in code.</a:t>
            </a:r>
          </a:p>
          <a:p>
            <a:r>
              <a:rPr lang="en-US" dirty="0"/>
              <a:t>Works locally on your computer.</a:t>
            </a:r>
          </a:p>
          <a:p>
            <a:r>
              <a:rPr lang="en-US" dirty="0"/>
              <a:t>Stores code history so you can revert to older versions.</a:t>
            </a:r>
          </a:p>
          <a:p>
            <a:r>
              <a:rPr lang="en-US" dirty="0"/>
              <a:t>Allows branching &amp; merging to work on multiple features at once.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50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0EB6-AB58-A89D-2C6B-BA74042A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GitHub?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2C8C44-4B1B-6B3B-6623-6B0E37DA1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5945" y="1524475"/>
            <a:ext cx="6622390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A cloud-based platform for hosting Git repositories.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Acts as a remote backup for your project.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Enables collaboration with other developers.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Supports Pull Requests, Code Reviews, and Issue Tracking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38082-A11B-C9D5-1995-ECF825B4EDA9}"/>
              </a:ext>
            </a:extLst>
          </p:cNvPr>
          <p:cNvSpPr txBox="1"/>
          <p:nvPr/>
        </p:nvSpPr>
        <p:spPr>
          <a:xfrm>
            <a:off x="986118" y="4024399"/>
            <a:ext cx="7879976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N" dirty="0"/>
              <a:t>💻 Developer → Push code → ☁ GitHub → Other developers pull code.</a:t>
            </a:r>
          </a:p>
        </p:txBody>
      </p:sp>
    </p:spTree>
    <p:extLst>
      <p:ext uri="{BB962C8B-B14F-4D97-AF65-F5344CB8AC3E}">
        <p14:creationId xmlns:p14="http://schemas.microsoft.com/office/powerpoint/2010/main" val="210751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145A-1827-89AB-36AD-89E5DA17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Git &amp; GitHub?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3D6924-8978-4957-3BCA-2CA2B0814B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57714"/>
            <a:ext cx="8878071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Backup: Keep your code safe in the cloud.</a:t>
            </a:r>
          </a:p>
          <a:p>
            <a:pPr fontAlgn="base"/>
            <a:r>
              <a:rPr lang="en-US" altLang="en-US" dirty="0"/>
              <a:t>Version History: See who changed what, and when.</a:t>
            </a:r>
          </a:p>
          <a:p>
            <a:pPr fontAlgn="base"/>
            <a:r>
              <a:rPr lang="en-US" altLang="en-US" dirty="0"/>
              <a:t>Teamwork: Multiple developers can work without overwriting each other’s work.</a:t>
            </a:r>
          </a:p>
          <a:p>
            <a:pPr fontAlgn="base"/>
            <a:r>
              <a:rPr lang="en-US" altLang="en-US" dirty="0"/>
              <a:t>Branching: Safely test new features without breaking the main code.</a:t>
            </a:r>
          </a:p>
          <a:p>
            <a:pPr fontAlgn="base"/>
            <a:r>
              <a:rPr lang="en-US" altLang="en-US" dirty="0"/>
              <a:t>Open Source: Contribute to or use public projects.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3BB12-2A7D-00B2-6458-82D18B241C6E}"/>
              </a:ext>
            </a:extLst>
          </p:cNvPr>
          <p:cNvSpPr txBox="1"/>
          <p:nvPr/>
        </p:nvSpPr>
        <p:spPr>
          <a:xfrm>
            <a:off x="755275" y="3772950"/>
            <a:ext cx="880012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/>
              <a:t> Safe → ⏳ Track changes → 🤝 Collaborate → 🚀 Deploy faster.</a:t>
            </a:r>
          </a:p>
        </p:txBody>
      </p:sp>
    </p:spTree>
    <p:extLst>
      <p:ext uri="{BB962C8B-B14F-4D97-AF65-F5344CB8AC3E}">
        <p14:creationId xmlns:p14="http://schemas.microsoft.com/office/powerpoint/2010/main" val="272120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C7A2-C76D-6117-5526-B84EF1C4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341" y="1138518"/>
            <a:ext cx="3119718" cy="1320800"/>
          </a:xfrm>
        </p:spPr>
        <p:txBody>
          <a:bodyPr/>
          <a:lstStyle/>
          <a:p>
            <a:r>
              <a:rPr lang="en-IN" dirty="0"/>
              <a:t>Git 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1835E-946E-4F19-4BCB-F2C5C49C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9" y="268941"/>
            <a:ext cx="6175352" cy="612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8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4D46-E0F5-D66F-1CEE-C1A22378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 Python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9331D3-5DED-996A-7C44-EAA199E39A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48544"/>
            <a:ext cx="6199133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Organize code for reuse across projects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Simplify distribution to other developers or </a:t>
            </a:r>
            <a:r>
              <a:rPr lang="en-US" altLang="en-US" dirty="0" err="1"/>
              <a:t>PyPI</a:t>
            </a:r>
            <a:endParaRPr lang="en-US" altLang="en-US" dirty="0"/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Manage dependencies in a structured way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Enable versioning and change tracking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Ensure consistent installations across environments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Support modular development and team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82715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9C00-F514-D802-5BEA-358F50F4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2B36D8-B8CE-A42C-0D9A-D4E55A469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95353"/>
            <a:ext cx="8238066" cy="36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The traditional Python packaging tool (widely used)</a:t>
            </a:r>
          </a:p>
          <a:p>
            <a:pPr fontAlgn="base"/>
            <a:r>
              <a:rPr lang="en-US" altLang="en-US" dirty="0"/>
              <a:t>Works with a setup.py or </a:t>
            </a:r>
            <a:r>
              <a:rPr lang="en-US" altLang="en-US" dirty="0" err="1"/>
              <a:t>setup.cfg</a:t>
            </a:r>
            <a:r>
              <a:rPr lang="en-US" altLang="en-US" dirty="0"/>
              <a:t> file</a:t>
            </a:r>
          </a:p>
          <a:p>
            <a:pPr fontAlgn="base"/>
            <a:r>
              <a:rPr lang="en-US" altLang="en-US" dirty="0"/>
              <a:t>Handles:</a:t>
            </a:r>
          </a:p>
          <a:p>
            <a:pPr lvl="1" fontAlgn="base"/>
            <a:r>
              <a:rPr lang="en-US" altLang="en-US" dirty="0"/>
              <a:t>Package metadata (name, version, author, etc.)</a:t>
            </a:r>
          </a:p>
          <a:p>
            <a:pPr lvl="1" fontAlgn="base"/>
            <a:r>
              <a:rPr lang="en-US" altLang="en-US" dirty="0"/>
              <a:t>Dependencies installation via </a:t>
            </a:r>
            <a:r>
              <a:rPr lang="en-US" altLang="en-US" dirty="0" err="1"/>
              <a:t>install_requires</a:t>
            </a:r>
            <a:endParaRPr lang="en-US" altLang="en-US" dirty="0"/>
          </a:p>
          <a:p>
            <a:pPr lvl="1" fontAlgn="base"/>
            <a:r>
              <a:rPr lang="en-US" altLang="en-US" dirty="0"/>
              <a:t>Entry points for CLI scripts</a:t>
            </a:r>
          </a:p>
          <a:p>
            <a:pPr lvl="1" fontAlgn="base"/>
            <a:r>
              <a:rPr lang="en-US" altLang="en-US" dirty="0"/>
              <a:t>Supports distribution to </a:t>
            </a:r>
            <a:r>
              <a:rPr lang="en-US" altLang="en-US" dirty="0" err="1"/>
              <a:t>PyPI</a:t>
            </a:r>
            <a:r>
              <a:rPr lang="en-US" altLang="en-US" dirty="0"/>
              <a:t> with twine</a:t>
            </a:r>
          </a:p>
          <a:p>
            <a:pPr fontAlgn="base"/>
            <a:r>
              <a:rPr lang="en-US" altLang="en-US" dirty="0"/>
              <a:t>Pros: Mature, stable, well-documented</a:t>
            </a:r>
          </a:p>
          <a:p>
            <a:pPr fontAlgn="base"/>
            <a:r>
              <a:rPr lang="en-US" altLang="en-US" dirty="0"/>
              <a:t>Cons: More verbose, less modern defaults</a:t>
            </a:r>
          </a:p>
        </p:txBody>
      </p:sp>
    </p:spTree>
    <p:extLst>
      <p:ext uri="{BB962C8B-B14F-4D97-AF65-F5344CB8AC3E}">
        <p14:creationId xmlns:p14="http://schemas.microsoft.com/office/powerpoint/2010/main" val="302807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F7CD-2AD6-1997-AB78-0ED1BF52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Poetry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16A558-2F84-B44D-EC10-9BF1ED5930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99047"/>
            <a:ext cx="8348133" cy="442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Modern Python dependency &amp; packaging manager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Uses a single config file: </a:t>
            </a:r>
            <a:r>
              <a:rPr lang="en-US" altLang="en-US" dirty="0" err="1"/>
              <a:t>pyproject.toml</a:t>
            </a:r>
            <a:endParaRPr lang="en-US" altLang="en-US" dirty="0"/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Built-in virtual environment management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Dependency resolution is fast &amp; deterministic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Easy publishing to </a:t>
            </a:r>
            <a:r>
              <a:rPr lang="en-US" altLang="en-US" dirty="0" err="1"/>
              <a:t>PyPI</a:t>
            </a:r>
            <a:r>
              <a:rPr lang="en-US" altLang="en-US" dirty="0"/>
              <a:t> with one command (poetry publish)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Commands:</a:t>
            </a:r>
          </a:p>
          <a:p>
            <a:pPr lvl="1" fontAlgn="base"/>
            <a:r>
              <a:rPr lang="en-US" altLang="en-US" dirty="0"/>
              <a:t>poetry </a:t>
            </a:r>
            <a:r>
              <a:rPr lang="en-US" altLang="en-US" dirty="0" err="1"/>
              <a:t>init</a:t>
            </a:r>
            <a:r>
              <a:rPr lang="en-US" altLang="en-US" dirty="0"/>
              <a:t> → Start new project</a:t>
            </a:r>
          </a:p>
          <a:p>
            <a:pPr lvl="1" fontAlgn="base"/>
            <a:r>
              <a:rPr lang="en-US" altLang="en-US" dirty="0"/>
              <a:t>poetry add &lt;package&gt; → Install dependency</a:t>
            </a:r>
          </a:p>
          <a:p>
            <a:pPr lvl="1" fontAlgn="base"/>
            <a:r>
              <a:rPr lang="en-US" altLang="en-US" dirty="0"/>
              <a:t>poetry build → Create package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Pros: All-in-one solution, clean workflow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Cons: Slightly steeper learning curve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9068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20A7-C4A6-DD4F-F1FF-84AA72E3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UV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8D800E-482D-E967-D0F5-A2F9D6B1A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90114"/>
            <a:ext cx="9042399" cy="442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Next-gen ultra-fast Python packaging tool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Drop-in replacement for pip, pip-tools, and </a:t>
            </a:r>
            <a:r>
              <a:rPr lang="en-US" altLang="en-US" dirty="0" err="1"/>
              <a:t>venv</a:t>
            </a:r>
            <a:endParaRPr lang="en-US" altLang="en-US" dirty="0"/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Written in Rust for extreme speed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Manages dependencies &amp; virtual environments together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Compatible with </a:t>
            </a:r>
            <a:r>
              <a:rPr lang="en-US" altLang="en-US" dirty="0" err="1"/>
              <a:t>pyproject.toml</a:t>
            </a:r>
            <a:endParaRPr lang="en-US" altLang="en-US" dirty="0"/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Commands:</a:t>
            </a:r>
          </a:p>
          <a:p>
            <a:pPr lvl="1" fontAlgn="base"/>
            <a:r>
              <a:rPr lang="en-US" altLang="en-US" dirty="0" err="1"/>
              <a:t>uv</a:t>
            </a:r>
            <a:r>
              <a:rPr lang="en-US" altLang="en-US" dirty="0"/>
              <a:t> </a:t>
            </a:r>
            <a:r>
              <a:rPr lang="en-US" altLang="en-US" dirty="0" err="1"/>
              <a:t>init</a:t>
            </a:r>
            <a:r>
              <a:rPr lang="en-US" altLang="en-US" dirty="0"/>
              <a:t> → Create new project</a:t>
            </a:r>
          </a:p>
          <a:p>
            <a:pPr lvl="1" fontAlgn="base"/>
            <a:r>
              <a:rPr lang="en-US" altLang="en-US" dirty="0" err="1"/>
              <a:t>uv</a:t>
            </a:r>
            <a:r>
              <a:rPr lang="en-US" altLang="en-US" dirty="0"/>
              <a:t> add &lt;package&gt; → Install dependency</a:t>
            </a:r>
          </a:p>
          <a:p>
            <a:pPr lvl="1" fontAlgn="base"/>
            <a:r>
              <a:rPr lang="en-US" altLang="en-US" dirty="0" err="1"/>
              <a:t>uv</a:t>
            </a:r>
            <a:r>
              <a:rPr lang="en-US" altLang="en-US" dirty="0"/>
              <a:t> build → Build package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Pros: Blazing fast, modern defaults, minimal setup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Cons: Newer tool, ecosystem still growing</a:t>
            </a:r>
          </a:p>
        </p:txBody>
      </p:sp>
    </p:spTree>
    <p:extLst>
      <p:ext uri="{BB962C8B-B14F-4D97-AF65-F5344CB8AC3E}">
        <p14:creationId xmlns:p14="http://schemas.microsoft.com/office/powerpoint/2010/main" val="388247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63E1-BE5E-613A-28E1-2861E079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4FE836-AAFD-E841-A9A1-646F7A8108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14536"/>
            <a:ext cx="5942652" cy="1179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Transforms raw data → meaningful insights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Identifies trends, patterns, and anomalies quickly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Enhances decision-making with clear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774234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E0D7-45F0-B6AC-CBA0-E796FDE4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Matplotlib and Seaborn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B3250C-F094-A535-D7F5-1981DB3279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43114"/>
            <a:ext cx="7109639" cy="77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Matplotlib → Foundation, customizable static plots</a:t>
            </a:r>
          </a:p>
          <a:p>
            <a:pPr fontAlgn="base"/>
            <a:r>
              <a:rPr lang="en-US" altLang="en-US" dirty="0"/>
              <a:t>Seaborn → High-level, aesthetically pleasing statistical graphics</a:t>
            </a:r>
          </a:p>
        </p:txBody>
      </p:sp>
    </p:spTree>
    <p:extLst>
      <p:ext uri="{BB962C8B-B14F-4D97-AF65-F5344CB8AC3E}">
        <p14:creationId xmlns:p14="http://schemas.microsoft.com/office/powerpoint/2010/main" val="182123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5903-F164-6678-9C64-6584994A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Dashboards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C0F95-487F-EECF-BEDE-616FDC40D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6601" y="1340495"/>
            <a:ext cx="5289012" cy="1179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Enable dynamic exploration of data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Provide filters, drill-downs, real-time updates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Useful for stakeholders &amp; business reporting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3B65-71BE-874C-16C3-88E235853593}"/>
              </a:ext>
            </a:extLst>
          </p:cNvPr>
          <p:cNvSpPr txBox="1"/>
          <p:nvPr/>
        </p:nvSpPr>
        <p:spPr>
          <a:xfrm>
            <a:off x="2491317" y="2864535"/>
            <a:ext cx="610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Panel → Easy creation of interactive dashboards in Python(Also: </a:t>
            </a:r>
            <a:r>
              <a:rPr lang="en-US" dirty="0" err="1"/>
              <a:t>Plotly</a:t>
            </a:r>
            <a:r>
              <a:rPr lang="en-US" dirty="0"/>
              <a:t> Dash, </a:t>
            </a:r>
            <a:r>
              <a:rPr lang="en-US" dirty="0" err="1"/>
              <a:t>Streamlit</a:t>
            </a:r>
            <a:r>
              <a:rPr lang="en-US" dirty="0"/>
              <a:t>, Voila)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74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3C92-AC11-187A-C73C-9FDD2B3E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B31F7-C279-19CA-9CE0-F9846922B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4523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3412</TotalTime>
  <Words>505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Data Science and AI Bootcamp </vt:lpstr>
      <vt:lpstr>What is Git?</vt:lpstr>
      <vt:lpstr>What is GitHub?</vt:lpstr>
      <vt:lpstr>Why Use Git &amp; GitHub?</vt:lpstr>
      <vt:lpstr>Git Commands</vt:lpstr>
      <vt:lpstr>Packaging Python</vt:lpstr>
      <vt:lpstr>Setup Tools</vt:lpstr>
      <vt:lpstr>Poetry</vt:lpstr>
      <vt:lpstr>UV</vt:lpstr>
      <vt:lpstr>Visualization</vt:lpstr>
      <vt:lpstr>Matplotlib and Seaborn</vt:lpstr>
      <vt:lpstr>Interactive Dashboards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Purushotham Sannakariyappa</dc:creator>
  <cp:lastModifiedBy>Purushotham Sannakariyappa</cp:lastModifiedBy>
  <cp:revision>4</cp:revision>
  <dcterms:created xsi:type="dcterms:W3CDTF">2025-08-11T09:02:04Z</dcterms:created>
  <dcterms:modified xsi:type="dcterms:W3CDTF">2025-08-17T17:34:36Z</dcterms:modified>
</cp:coreProperties>
</file>